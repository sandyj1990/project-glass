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32" y="-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34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TAILORING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19" y="1463040"/>
            <a:ext cx="83858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Automation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Customer Body Measurement &amp; Personalization to Delivered Garment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measurements  ·  Lot Size ONE  ·  Auto Pattern and Cutting ·  DTG Printing·  AI-Driven Quality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PRESENTATION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OPERATING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1395" y="1389888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24275" y="12527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868680"/>
            <a:ext cx="19202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914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Body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0868" y="1389888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3748" y="12527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868680"/>
            <a:ext cx="19202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914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personalization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Configuration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7176" y="1389888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0056" y="12527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20840" y="868680"/>
            <a:ext cx="1920240" cy="1051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914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2084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Drape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0968389-CAA6-44E3-936E-C6A09EC4DB8F}"/>
              </a:ext>
            </a:extLst>
          </p:cNvPr>
          <p:cNvGrpSpPr/>
          <p:nvPr/>
        </p:nvGrpSpPr>
        <p:grpSpPr>
          <a:xfrm>
            <a:off x="4416233" y="1886429"/>
            <a:ext cx="137160" cy="496964"/>
            <a:chOff x="8383559" y="1696212"/>
            <a:chExt cx="137160" cy="496964"/>
          </a:xfrm>
        </p:grpSpPr>
        <p:sp>
          <p:nvSpPr>
            <p:cNvPr id="26" name="Shape 24"/>
            <p:cNvSpPr/>
            <p:nvPr/>
          </p:nvSpPr>
          <p:spPr>
            <a:xfrm>
              <a:off x="8442198" y="1696212"/>
              <a:ext cx="0" cy="400977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8383559" y="2032785"/>
              <a:ext cx="137160" cy="1603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D9488"/>
                  </a:solidFill>
                </a:rPr>
                <a:t>▼</a:t>
              </a:r>
              <a:endParaRPr lang="en-US" sz="10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6720840" y="2240280"/>
            <a:ext cx="19202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2286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514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26243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3337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2240280"/>
            <a:ext cx="19202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286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2514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CNC/Laser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0" y="3337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23160" y="2240280"/>
            <a:ext cx="19202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14600" y="2286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23160" y="2514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4D582BB-0BF0-4EDD-9549-CB756B817195}"/>
              </a:ext>
            </a:extLst>
          </p:cNvPr>
          <p:cNvGrpSpPr/>
          <p:nvPr/>
        </p:nvGrpSpPr>
        <p:grpSpPr>
          <a:xfrm rot="10800000">
            <a:off x="2180739" y="2624328"/>
            <a:ext cx="274320" cy="274320"/>
            <a:chOff x="2148840" y="2624328"/>
            <a:chExt cx="274320" cy="274320"/>
          </a:xfrm>
        </p:grpSpPr>
        <p:sp>
          <p:nvSpPr>
            <p:cNvPr id="43" name="Shape 41"/>
            <p:cNvSpPr/>
            <p:nvPr/>
          </p:nvSpPr>
          <p:spPr>
            <a:xfrm>
              <a:off x="2194560" y="2761488"/>
              <a:ext cx="228600" cy="0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2148840" y="2624328"/>
              <a:ext cx="137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D9488"/>
                  </a:solidFill>
                </a:rPr>
                <a:t>◀</a:t>
              </a:r>
              <a:endParaRPr lang="en-US" sz="1000" dirty="0"/>
            </a:p>
          </p:txBody>
        </p:sp>
      </p:grpSp>
      <p:sp>
        <p:nvSpPr>
          <p:cNvPr id="45" name="Text 43"/>
          <p:cNvSpPr/>
          <p:nvPr/>
        </p:nvSpPr>
        <p:spPr>
          <a:xfrm>
            <a:off x="2423160" y="3337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2240280"/>
            <a:ext cx="19202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286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2514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Pattern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74320" y="3337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DF36AFB-9520-4099-99A7-843D7651D8AA}"/>
              </a:ext>
            </a:extLst>
          </p:cNvPr>
          <p:cNvGrpSpPr/>
          <p:nvPr/>
        </p:nvGrpSpPr>
        <p:grpSpPr>
          <a:xfrm>
            <a:off x="4416233" y="3312892"/>
            <a:ext cx="182880" cy="532051"/>
            <a:chOff x="1170432" y="3291840"/>
            <a:chExt cx="182880" cy="532051"/>
          </a:xfrm>
        </p:grpSpPr>
        <p:sp>
          <p:nvSpPr>
            <p:cNvPr id="50" name="Shape 48"/>
            <p:cNvSpPr/>
            <p:nvPr/>
          </p:nvSpPr>
          <p:spPr>
            <a:xfrm>
              <a:off x="1234440" y="3291840"/>
              <a:ext cx="0" cy="411480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1170432" y="3622723"/>
              <a:ext cx="182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D9488"/>
                  </a:solidFill>
                </a:rPr>
                <a:t>▼</a:t>
              </a:r>
              <a:endParaRPr lang="en-US" sz="1000" dirty="0"/>
            </a:p>
          </p:txBody>
        </p:sp>
      </p:grpSp>
      <p:sp>
        <p:nvSpPr>
          <p:cNvPr id="52" name="Shape 50"/>
          <p:cNvSpPr/>
          <p:nvPr/>
        </p:nvSpPr>
        <p:spPr>
          <a:xfrm>
            <a:off x="320040" y="3886200"/>
            <a:ext cx="850392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913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38862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(DTG) Digital Printing · AI Vision QC  ·  Automated Finishing  ·  Packing &amp; Dispatch  ·  CRM Notification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20040" y="472744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 Dispatch</a:t>
            </a:r>
            <a:endParaRPr lang="en-US" sz="8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D083FF2-8ABD-427E-96B8-C0ED2DCA65C4}"/>
              </a:ext>
            </a:extLst>
          </p:cNvPr>
          <p:cNvGrpSpPr/>
          <p:nvPr/>
        </p:nvGrpSpPr>
        <p:grpSpPr>
          <a:xfrm rot="10800000">
            <a:off x="4342692" y="2617949"/>
            <a:ext cx="274320" cy="274320"/>
            <a:chOff x="2148840" y="2624328"/>
            <a:chExt cx="274320" cy="274320"/>
          </a:xfrm>
        </p:grpSpPr>
        <p:sp>
          <p:nvSpPr>
            <p:cNvPr id="60" name="Shape 41">
              <a:extLst>
                <a:ext uri="{FF2B5EF4-FFF2-40B4-BE49-F238E27FC236}">
                  <a16:creationId xmlns:a16="http://schemas.microsoft.com/office/drawing/2014/main" id="{0371FD1D-43E8-4431-83A5-7EABD7148274}"/>
                </a:ext>
              </a:extLst>
            </p:cNvPr>
            <p:cNvSpPr/>
            <p:nvPr/>
          </p:nvSpPr>
          <p:spPr>
            <a:xfrm>
              <a:off x="2194560" y="2761488"/>
              <a:ext cx="228600" cy="0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</p:sp>
        <p:sp>
          <p:nvSpPr>
            <p:cNvPr id="61" name="Text 42">
              <a:extLst>
                <a:ext uri="{FF2B5EF4-FFF2-40B4-BE49-F238E27FC236}">
                  <a16:creationId xmlns:a16="http://schemas.microsoft.com/office/drawing/2014/main" id="{8BD1B27E-CA8C-472F-8342-BD73A3DD9C3D}"/>
                </a:ext>
              </a:extLst>
            </p:cNvPr>
            <p:cNvSpPr/>
            <p:nvPr/>
          </p:nvSpPr>
          <p:spPr>
            <a:xfrm>
              <a:off x="2148840" y="2624328"/>
              <a:ext cx="137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D9488"/>
                  </a:solidFill>
                </a:rPr>
                <a:t>◀</a:t>
              </a:r>
              <a:endParaRPr lang="en-US" sz="10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44FD1CA-5B37-4646-B0E3-6F21B70E3C41}"/>
              </a:ext>
            </a:extLst>
          </p:cNvPr>
          <p:cNvGrpSpPr/>
          <p:nvPr/>
        </p:nvGrpSpPr>
        <p:grpSpPr>
          <a:xfrm rot="10800000">
            <a:off x="6500039" y="2649848"/>
            <a:ext cx="274320" cy="274320"/>
            <a:chOff x="2148840" y="2624328"/>
            <a:chExt cx="274320" cy="274320"/>
          </a:xfrm>
        </p:grpSpPr>
        <p:sp>
          <p:nvSpPr>
            <p:cNvPr id="63" name="Shape 41">
              <a:extLst>
                <a:ext uri="{FF2B5EF4-FFF2-40B4-BE49-F238E27FC236}">
                  <a16:creationId xmlns:a16="http://schemas.microsoft.com/office/drawing/2014/main" id="{6B2ED7A2-08E2-4F49-ADE3-2CCF9FB377A3}"/>
                </a:ext>
              </a:extLst>
            </p:cNvPr>
            <p:cNvSpPr/>
            <p:nvPr/>
          </p:nvSpPr>
          <p:spPr>
            <a:xfrm>
              <a:off x="2194560" y="2761488"/>
              <a:ext cx="228600" cy="0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</p:sp>
        <p:sp>
          <p:nvSpPr>
            <p:cNvPr id="64" name="Text 42">
              <a:extLst>
                <a:ext uri="{FF2B5EF4-FFF2-40B4-BE49-F238E27FC236}">
                  <a16:creationId xmlns:a16="http://schemas.microsoft.com/office/drawing/2014/main" id="{E2655FC3-0497-4BAE-A8F5-4D9B1E51C6A5}"/>
                </a:ext>
              </a:extLst>
            </p:cNvPr>
            <p:cNvSpPr/>
            <p:nvPr/>
          </p:nvSpPr>
          <p:spPr>
            <a:xfrm>
              <a:off x="2148840" y="2624328"/>
              <a:ext cx="137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D9488"/>
                  </a:solidFill>
                </a:rPr>
                <a:t>◀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DIGITAL JOURNEY  ·  FRONT-END AUTOMATION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261872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126187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" y="19019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" y="25786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Web · Kiosk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" y="3291840"/>
            <a:ext cx="109728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Customer ID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517904" y="224028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709928" y="822960"/>
            <a:ext cx="12618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709928" y="822960"/>
            <a:ext cx="126187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09928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264" y="13716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09928" y="19019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Body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755648" y="25786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/ 3D AI Scan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792224" y="3291840"/>
            <a:ext cx="109728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792224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Measurement Set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2971800" y="224028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163824" y="822960"/>
            <a:ext cx="1261872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163824" y="822960"/>
            <a:ext cx="126187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163824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37160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163824" y="19019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Style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209544" y="25786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Configurator + Sliders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246120" y="3291840"/>
            <a:ext cx="109728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246120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 Parameters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4425696" y="224028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617720" y="822960"/>
            <a:ext cx="12618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617720" y="822960"/>
            <a:ext cx="126187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617720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1371600"/>
            <a:ext cx="457200" cy="4572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617720" y="19019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Fabric/ personalization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663440" y="25786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Library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700016" y="3291840"/>
            <a:ext cx="109728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700016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Fabric ID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5879592" y="224028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071616" y="822960"/>
            <a:ext cx="1261872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071616" y="822960"/>
            <a:ext cx="126187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071616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1371600"/>
            <a:ext cx="457200" cy="4572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071616" y="19019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degree Virtual</a:t>
            </a: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Try on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117336" y="25786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Simulation Engine and measurement correction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153912" y="3291840"/>
            <a:ext cx="109728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153912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Drape Render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7333488" y="224028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7525512" y="822960"/>
            <a:ext cx="12618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7525512" y="822960"/>
            <a:ext cx="126187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525512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7848" y="1371600"/>
            <a:ext cx="457200" cy="45720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7525512" y="19019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7571232" y="25786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7607808" y="3291840"/>
            <a:ext cx="109728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7607808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Confirmed Order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DESIGN-TO-PRODUCTION TECHNOLOGY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6587" y="8686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6587" y="868680"/>
            <a:ext cx="265176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41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9418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08027" y="13441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8027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correction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9394" y="864851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9394" y="864851"/>
            <a:ext cx="265176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9418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9418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370834" y="1340339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Intelligence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370834" y="2007851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&amp; posture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71451" y="2942877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1451" y="2936923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941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55280" y="9418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962891" y="347153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Pattern/ Marker Optimize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62891" y="413904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pattern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Generation/ Fabric Algorithms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99923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194560" y="2999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299923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74920" y="2999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4313198" y="292586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308309" y="2936923"/>
            <a:ext cx="265176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299923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955280" y="2999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4490979" y="3412411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 err="1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Techpack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490979" y="4079923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Techpack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AUTOMATION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1261872" cy="1325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50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10896" y="123444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Fabric/ Trim  Allocation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" y="184708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 RFID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17904" y="14173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19072" y="914400"/>
            <a:ext cx="126187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73936" y="950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73936" y="123444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Pattern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73936" y="184708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Pattern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80944" y="14173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82112" y="914400"/>
            <a:ext cx="1261872" cy="1325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6976" y="950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36976" y="123444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Transfer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36976" y="184708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Feed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43984" y="14173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45152" y="914400"/>
            <a:ext cx="126187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950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0016" y="123444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Single-Piece Cutting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0016" y="184708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07024" y="14173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08192" y="914400"/>
            <a:ext cx="1261872" cy="1325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950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63056" y="123444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Identification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63056" y="184708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RFID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70064" y="14173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71232" y="914400"/>
            <a:ext cx="126187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6096" y="950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26096" y="123444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Bundling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26096" y="184708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2304288"/>
            <a:ext cx="12618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23042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traceability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719072" y="2304288"/>
            <a:ext cx="12618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19072" y="23042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Single ply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182112" y="2304288"/>
            <a:ext cx="12618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82112" y="23042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printing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45152" y="2304288"/>
            <a:ext cx="12618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23042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Lot size = 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08192" y="2304288"/>
            <a:ext cx="12618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23042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mix-ups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571232" y="2304288"/>
            <a:ext cx="12618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71232" y="23042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Flow efficiency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737364" y="3017520"/>
            <a:ext cx="256032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7092" y="30723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PIECE FLOW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847092" y="34747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Pack — True mass customization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37825" y="3017520"/>
            <a:ext cx="256032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7553" y="30723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TRACKING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4947553" y="34747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traceability, zero mix-ups/ live Kitchen Concept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  ·  QC, PACKING &amp; DISPATCH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50876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150876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22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4475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" y="20116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Scan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834640"/>
            <a:ext cx="128930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834640"/>
            <a:ext cx="1289304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 / Fail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764792" y="21488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822960"/>
            <a:ext cx="150876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75104" y="822960"/>
            <a:ext cx="150876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75104" y="822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444752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20824" y="20116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084832" y="2834640"/>
            <a:ext cx="128930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84832" y="2834640"/>
            <a:ext cx="1289304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Ready garment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83864" y="21488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694176" y="822960"/>
            <a:ext cx="150876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94176" y="822960"/>
            <a:ext cx="150876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94176" y="822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1444752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39896" y="20116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803904" y="2834640"/>
            <a:ext cx="128930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803904" y="2834640"/>
            <a:ext cx="1289304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Correct packing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202936" y="21488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413248" y="822960"/>
            <a:ext cx="150876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13248" y="822960"/>
            <a:ext cx="150876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413248" y="822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456" y="1444752"/>
            <a:ext cx="475488" cy="4754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58968" y="20116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522976" y="2834640"/>
            <a:ext cx="128930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522976" y="2834640"/>
            <a:ext cx="1289304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Dispatched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922008" y="21488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132320" y="822960"/>
            <a:ext cx="150876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132320" y="822960"/>
            <a:ext cx="150876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132320" y="822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1444752"/>
            <a:ext cx="475488" cy="4754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178040" y="20116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7242048" y="2834640"/>
            <a:ext cx="128930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242048" y="2834640"/>
            <a:ext cx="1289304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Customer notified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274320" y="4041648"/>
            <a:ext cx="8595360" cy="7498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572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LEARNING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457200" y="4389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→ Fit intelligence  ·  Alteration data → Algorithm tuning  ·  Fabric data → Drape model refinement  ·  Production data → Line balancing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STRATEGY- Objectives and Scope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51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and pattern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intelligence + Auto pattern and Marker (sampling unit set up at IBC Office) 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 body scan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measurement engine- internal customer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15192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15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4151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stimulation and Drape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Scope-Menswear Products-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shirts- polo + crew neck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Denim Trousers</a:t>
            </a:r>
          </a:p>
          <a:p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– Personalization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Core Fabric program of above products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personalization- as per annexure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50" dirty="0">
              <a:solidFill>
                <a:srgbClr val="0F20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340204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4021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4340215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automated pattern and marker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manual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0" y="2606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54680" y="822960"/>
            <a:ext cx="2651760" cy="3977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822960"/>
            <a:ext cx="265176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822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 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54680" y="111556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automation for MTM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150876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automation + Single Location( Bangalore warehouse set up)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011680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49040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line automation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guided workstations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3074942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07494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49040" y="2926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inline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3840480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3840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pressing,  packing/ dispatch with live pictures tracking information at cutting/ sewing/ packing and dispatch stage.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06440" y="2606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35040" y="822960"/>
            <a:ext cx="2651760" cy="3977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822960"/>
            <a:ext cx="265176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822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GAMMA-PHASE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111556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covering all categories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44768" y="150876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011680"/>
            <a:ext cx="320040" cy="32004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9400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and categories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2926080"/>
            <a:ext cx="320040" cy="32004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2926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personalization scope 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3840480"/>
            <a:ext cx="320040" cy="32004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29400" y="3737359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Commercialization- Bangalore 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TAKEAWAY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not tailoring.</a:t>
            </a:r>
            <a:endParaRPr lang="en-US" sz="2600" dirty="0"/>
          </a:p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technology-enabled manufacturing</a:t>
            </a:r>
            <a:endParaRPr lang="en-US" sz="2600" dirty="0"/>
          </a:p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mass customization."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3429000"/>
            <a:ext cx="1874520" cy="1188720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29000"/>
            <a:ext cx="187452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replaces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craftsmanship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3429000"/>
            <a:ext cx="1874520" cy="1188720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3429000"/>
            <a:ext cx="187452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machines,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processes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3429000"/>
            <a:ext cx="1874520" cy="1188720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3429000"/>
            <a:ext cx="187452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micro-factories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3429000"/>
            <a:ext cx="1874520" cy="1188720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3429000"/>
            <a:ext cx="187452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MANAGEMENT DRAFT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5718100EBFFB4890C54D9CDDB972C5" ma:contentTypeVersion="13" ma:contentTypeDescription="Create a new document." ma:contentTypeScope="" ma:versionID="04de2defc1e4f1d44ac3f96c277d2574">
  <xsd:schema xmlns:xsd="http://www.w3.org/2001/XMLSchema" xmlns:xs="http://www.w3.org/2001/XMLSchema" xmlns:p="http://schemas.microsoft.com/office/2006/metadata/properties" xmlns:ns3="846fdbda-fe72-440d-ace5-7ea0c0845777" targetNamespace="http://schemas.microsoft.com/office/2006/metadata/properties" ma:root="true" ma:fieldsID="42b11391369dea15c67405803ee84511" ns3:_="">
    <xsd:import namespace="846fdbda-fe72-440d-ace5-7ea0c084577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6fdbda-fe72-440d-ace5-7ea0c084577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6fdbda-fe72-440d-ace5-7ea0c0845777" xsi:nil="true"/>
  </documentManagement>
</p:properties>
</file>

<file path=customXml/itemProps1.xml><?xml version="1.0" encoding="utf-8"?>
<ds:datastoreItem xmlns:ds="http://schemas.openxmlformats.org/officeDocument/2006/customXml" ds:itemID="{F31FDDB5-0DC5-4AEF-96ED-D4C5B93769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6fdbda-fe72-440d-ace5-7ea0c08457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99CEE5-F1FA-4688-820B-B7436DBE96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A85D7E-C888-4227-AAD2-BC8ECCFDB1B6}">
  <ds:schemaRefs>
    <ds:schemaRef ds:uri="http://purl.org/dc/dcmitype/"/>
    <ds:schemaRef ds:uri="http://purl.org/dc/elements/1.1/"/>
    <ds:schemaRef ds:uri="http://schemas.microsoft.com/office/2006/metadata/properties"/>
    <ds:schemaRef ds:uri="846fdbda-fe72-440d-ace5-7ea0c0845777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583</Words>
  <Application>Microsoft Office PowerPoint</Application>
  <PresentationFormat>On-screen Show (16:9)</PresentationFormat>
  <Paragraphs>231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Custom Tailoring – Management Deep Dive</dc:title>
  <dc:subject>PptxGenJS Presentation</dc:subject>
  <dc:creator>PptxGenJS</dc:creator>
  <cp:lastModifiedBy>Samir1 Sinha</cp:lastModifiedBy>
  <cp:revision>8</cp:revision>
  <dcterms:created xsi:type="dcterms:W3CDTF">2026-04-30T06:54:37Z</dcterms:created>
  <dcterms:modified xsi:type="dcterms:W3CDTF">2026-05-01T03:06:34Z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0x0101001B5718100EBFFB4890C54D9CDDB972C5</vt:lpwstr>
  </property>
</Properties>
</file>